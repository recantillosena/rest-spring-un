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69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217920" y="548640"/>
            <a:ext cx="256032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48640"/>
            <a:ext cx="2194560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486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☕ JAVA TALK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Moderno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Spring Boot &amp; IA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5720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Spring Data  ·  OpenAPI  ·  Gemini AI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407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Speaker Java Colombia  ·  2025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0" y="3474720"/>
            <a:ext cx="1645920" cy="16459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38160" y="3749040"/>
            <a:ext cx="914400" cy="9144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veremos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16152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30759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1064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07008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Spring Framework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07008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Anotaciones, IoC/DI, Spring Boot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051560"/>
            <a:ext cx="393192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51560"/>
            <a:ext cx="54864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28032" y="1216152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30759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13248" y="11064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13248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Arquitectura por Capas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13248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SOLID · Entity · Repository · Service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2011680"/>
            <a:ext cx="393192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011680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1792" y="217627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267712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07008" y="20665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207008" y="2258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Variables de Configuración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207008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application.properties · @Value · ENV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63440" y="2011680"/>
            <a:ext cx="393192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63440" y="2011680"/>
            <a:ext cx="54864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28032" y="217627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267712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13248" y="20665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04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413248" y="2258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Expresiones Lambda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413248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Stream API · Functional Interfaces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57200" y="2971800"/>
            <a:ext cx="393192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7200" y="2971800"/>
            <a:ext cx="54864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21792" y="3136392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227832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207008" y="3026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</a:rPr>
              <a:t>05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207008" y="3218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OpenAPI / Swagger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207008" y="3474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Documentación viva del API REST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663440" y="2971800"/>
            <a:ext cx="393192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663440" y="2971800"/>
            <a:ext cx="54864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828032" y="3136392"/>
            <a:ext cx="475488" cy="47548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3227832"/>
            <a:ext cx="292608" cy="29260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413248" y="3026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</a:rPr>
              <a:t>06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5413248" y="3218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Integración con Gemini IA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5413248" y="3474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google.genai · Servicios inteligentes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1280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 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92608" y="457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92608" y="87782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La base del buen diseno orientado a objetos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42976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70432"/>
            <a:ext cx="475488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170432"/>
            <a:ext cx="4754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952" y="1261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Single Responsibility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" y="1554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Una clase, una sola razon para cambiar. Cada clase hace una cosa y la hace bien.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8952" y="2084832"/>
            <a:ext cx="3611880" cy="274320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2084832"/>
            <a:ext cx="36576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0848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1F5F9"/>
                </a:solidFill>
              </a:rPr>
              <a:t>Ej: TareaService solo gestiona tareas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2596896"/>
            <a:ext cx="42976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596896"/>
            <a:ext cx="475488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596896"/>
            <a:ext cx="4754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952" y="26883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Open / Closed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" y="298094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Abierto para extension, cerrado para modificacion. Agrega sin romper.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8952" y="3511296"/>
            <a:ext cx="3611880" cy="274320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3511296"/>
            <a:ext cx="36576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5112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1F5F9"/>
                </a:solidFill>
              </a:rPr>
              <a:t>Ej: Nuevos servicios sin tocar los actuales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4023360"/>
            <a:ext cx="42976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023360"/>
            <a:ext cx="475488" cy="1280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4023360"/>
            <a:ext cx="4754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952" y="4114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Liskov Substitution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Las subclases reemplazan a su base sin alterar el comportamiento del programa.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8952" y="4937760"/>
            <a:ext cx="3611880" cy="274320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937760"/>
            <a:ext cx="36576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937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1F5F9"/>
                </a:solidFill>
              </a:rPr>
              <a:t>Ej: Repositorios JPA intercambiables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170432"/>
            <a:ext cx="42976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170432"/>
            <a:ext cx="47548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170432"/>
            <a:ext cx="4754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5239512" y="12984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Interface Segregation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9512" y="16276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Interfaces pequenas y especificas. No obligues a implementar lo que no se usa.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39512" y="2651760"/>
            <a:ext cx="3611880" cy="329184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39512" y="2651760"/>
            <a:ext cx="36576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26517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1F5F9"/>
                </a:solidFill>
              </a:rPr>
              <a:t>Ej: DataService vs GeminiService separados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255264"/>
            <a:ext cx="42976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EA580C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255264"/>
            <a:ext cx="475488" cy="1920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255264"/>
            <a:ext cx="4754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5239512" y="33832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</a:rPr>
              <a:t>Dependency Inversion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39512" y="371246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Depende de abstracciones, no de concretos. Spring DI lo aplica automaticamente.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39512" y="4736592"/>
            <a:ext cx="3611880" cy="329184"/>
          </a:xfrm>
          <a:prstGeom prst="rect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39512" y="4736592"/>
            <a:ext cx="36576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21808" y="47365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1F5F9"/>
                </a:solidFill>
              </a:rPr>
              <a:t>Ej: @Autowired inyecta la abstraccion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10241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Top Features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7316"/>
                </a:solidFill>
              </a:rPr>
              <a:t>para un buen Software en Java Backend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06640" y="256032"/>
            <a:ext cx="150876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560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Tips Clave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70432"/>
            <a:ext cx="713232" cy="7589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70432"/>
            <a:ext cx="7132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70432" y="1234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Disenha pensando en Capas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15179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Separa siempre Controller &gt; Service &gt; Repository &gt; Entity. Nunca pongas logica de negocio en el controlador. Cada capa tiene una sola responsabilidad.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309360" y="1389888"/>
            <a:ext cx="2377440" cy="310896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389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6B6D4"/>
                </a:solidFill>
              </a:rPr>
              <a:t>SOLID · Clean Architecture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20040" y="2004365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004365"/>
            <a:ext cx="713232" cy="7589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04365"/>
            <a:ext cx="7132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70432" y="2068373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Externaliza toda configuracion sensible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2351837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Variables de entorno para credenciales y API keys. application.properties es para valores por defecto, nunca para secretos. Aplica el principio 12-Factor.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309360" y="2223821"/>
            <a:ext cx="2377440" cy="310896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223821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2C55E"/>
                </a:solidFill>
              </a:rPr>
              <a:t>@Value · ENV · Spring Profiles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20040" y="2838298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38298"/>
            <a:ext cx="713232" cy="7589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838298"/>
            <a:ext cx="7132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70432" y="290230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Escribe codigo expresivo con Lambdas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70432" y="318577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Prefiere Stream API sobre bucles imperativos. El codigo funcional es mas legible, testeable y menos propenso a errores. filter(), map(), reduce() son tus aliados.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309360" y="3057754"/>
            <a:ext cx="2377440" cy="310896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05775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A78BFA"/>
                </a:solidFill>
              </a:rPr>
              <a:t>Stream API · Method References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20040" y="3672230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672230"/>
            <a:ext cx="713232" cy="7589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72230"/>
            <a:ext cx="7132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70432" y="373623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Documenta tu API desde el primer dia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70432" y="401970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Una API sin documentacion no existe para quien la consume. OpenAPI genera documentacion viva siempre sincronizada con el codigo. Documenta antes de entregar.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309360" y="3891686"/>
            <a:ext cx="2377440" cy="310896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89168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</a:rPr>
              <a:t>OpenAPI · @Operation · Swagger UI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320040" y="4506163"/>
            <a:ext cx="85039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506163"/>
            <a:ext cx="713232" cy="7589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506163"/>
            <a:ext cx="7132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170432" y="4570171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Integra IA como un servicio mas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70432" y="4853635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Encapsula la IA detras de un @Service dedicado. Inyectala como @Bean de Spring para que sea testeable e intercambiable. La IA es una dependencia, no la app.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309360" y="4725619"/>
            <a:ext cx="2377440" cy="310896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725619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97316"/>
                </a:solidFill>
              </a:rPr>
              <a:t>google.genai · @Bean · DI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6217920" y="1097280"/>
            <a:ext cx="2103120" cy="21031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155448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7316"/>
                </a:solidFill>
              </a:rPr>
              <a:t>IoC · Dependency Injection · Auto-configuration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Spring Framework &amp; Spring Boot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Anotaciones clave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1737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@SpringBootApplication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28600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Punto de entrada de la app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938528"/>
            <a:ext cx="1737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286000" y="19568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Controlador HTTP + JSON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2414016"/>
            <a:ext cx="1737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4140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86000" y="24323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Lógica de negocio (capa servicio)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2889504"/>
            <a:ext cx="1737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8895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286000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Acceso a datos (Spring Data)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364992"/>
            <a:ext cx="1737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3649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@Value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286000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Inyección de propiedades/ENV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3840480"/>
            <a:ext cx="1737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 / @Configuration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286000" y="3858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Definición de componentes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Proyecto REST-SPRING-UN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846320" y="1463040"/>
            <a:ext cx="3840480" cy="347472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46320" y="1463040"/>
            <a:ext cx="457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56048" y="14721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RestApplication.java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956048" y="16459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Main · @SpringBootApplication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846320" y="1938528"/>
            <a:ext cx="3840480" cy="34747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46320" y="1938528"/>
            <a:ext cx="45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56048" y="19476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OpenApiConfig.java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956048" y="21214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Configuración Swagger/OpenAPI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846320" y="2414016"/>
            <a:ext cx="3840480" cy="347472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846320" y="2414016"/>
            <a:ext cx="4572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56048" y="2423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GeminiConfig.java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956048" y="259689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Bean del cliente Gemini AI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846320" y="2889504"/>
            <a:ext cx="3840480" cy="347472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846320" y="2889504"/>
            <a:ext cx="457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956048" y="28986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TareaService.java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956048" y="307238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Lógica de negocio + @Service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46320" y="3364992"/>
            <a:ext cx="3840480" cy="347472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846320" y="3364992"/>
            <a:ext cx="457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956048" y="33741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DataService.java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956048" y="354787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Persistencia + Spring Data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846320" y="3840480"/>
            <a:ext cx="3840480" cy="347472"/>
          </a:xfrm>
          <a:prstGeom prst="rect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40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846320" y="3840480"/>
            <a:ext cx="457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956048" y="38496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GeminiService.java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4956048" y="40233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Integración con IA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6217920" y="1097280"/>
            <a:ext cx="2103120" cy="21031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155448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por Capas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7316"/>
                </a:solidFill>
              </a:rPr>
              <a:t>SOLID · Separación de responsabilidades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Trabajando por Capas — SOLID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8412480" cy="841248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70000"/>
              </a:srgbClr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60120"/>
            <a:ext cx="2286000" cy="841248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698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Controller /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834640" y="1033272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@RestController · @GetMapping · @PostMapping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Maneja solicitudes HTTP y responde JSON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0" y="17647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947672"/>
            <a:ext cx="8412480" cy="84124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947672"/>
            <a:ext cx="2286000" cy="841248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Service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34640" y="2020824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@Service · Lógica de negocio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TareaService · GeminiService · DataService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97680" y="27523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↕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935224"/>
            <a:ext cx="8412480" cy="84124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935224"/>
            <a:ext cx="2286000" cy="841248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0449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Repository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834640" y="3008376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@Repository · Spring Data JPA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Extende JpaRepository&lt;Entity, Long&gt;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297680" y="37398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↕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3922776"/>
            <a:ext cx="8412480" cy="84124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70000"/>
              </a:srgbClr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3922776"/>
            <a:ext cx="2286000" cy="841248"/>
          </a:xfrm>
          <a:prstGeom prst="rect">
            <a:avLst/>
          </a:prstGeom>
          <a:solidFill>
            <a:srgbClr val="16A34A">
              <a:alpha val="3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0325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Entity / Modelo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834640" y="3995928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@Entity · @Table · @Id · @Column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Mapeo objeto-relacional (ORM)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6217920" y="1097280"/>
            <a:ext cx="2103120" cy="21031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155448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Configuración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7316"/>
                </a:solidFill>
              </a:rPr>
              <a:t>application.properties · ENV · @Value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Configuración Externalizada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application.properties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353312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.application.name</a:t>
            </a: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=rest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.port</a:t>
            </a: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=9090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🔐 Variables de entorno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.datasource.password=</a:t>
            </a: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${DB_PASSWORD_UN}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.api.key=</a:t>
            </a: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${GEMINI_API_KEY}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.threads.virtual.enabled=</a:t>
            </a: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GeminiConfig.java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92040" y="1353312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GeminiConfig {
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@Value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("${gemini.api.key}")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</a:t>
            </a: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apiKey;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@Bean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Client </a:t>
            </a: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geminiClient() {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Client.builder()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.apiKey(apiKey)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.build();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4480560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4988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💡  Nunca hardcodees credenciales — usa variables de entorno (ENV) para secretos en producción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6217920" y="1097280"/>
            <a:ext cx="2103120" cy="21031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155448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Expresiones Lambda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7316"/>
                </a:solidFill>
              </a:rPr>
              <a:t>Stream API · Funciones de primera clase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Expresiones Lambda &amp; Stream API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λ  Filtrar tareas completadas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252728"/>
            <a:ext cx="365760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61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</a:rPr>
              <a:t>Antes ❌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453896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List&lt;Tarea&gt; result = new ArrayList&lt;&gt;();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(Tarea t : tareas)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(t.isCompleted()) result.add(t);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114800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1252728"/>
            <a:ext cx="402336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261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</a:rPr>
              <a:t>Con Lambda ✅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846320" y="145389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tareas.stream()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.filter(Tarea::isCompleted)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.collect(Collectors.toList());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5760" y="2313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λ  Transformar con map()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606040"/>
            <a:ext cx="365760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615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</a:rPr>
              <a:t>Antes ❌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280720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(Tarea t : tareas)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nombres.add(t.getNombre());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114800" y="2999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54880" y="2606040"/>
            <a:ext cx="402336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26151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</a:rPr>
              <a:t>Con Lambda ✅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846320" y="280720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tareas.stream()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.map(Tarea::getNombre)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.collect(Collectors.toList());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65760" y="3666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λ  Ordenar y limitar resultados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959352"/>
            <a:ext cx="3657600" cy="960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9684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</a:rPr>
              <a:t>Antes ❌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57200" y="416052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Collections.sort(tareas,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Comparator.comparing(Tarea::getFecha));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tareas.subList(0, 5);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114800" y="43525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754880" y="3959352"/>
            <a:ext cx="402336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3968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</a:rPr>
              <a:t>Con Lambda ✅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46320" y="4160520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tareas.stream()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.sorted(Comparator.comparing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(Tarea::getFecha))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.limit(5)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.toList();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6217920" y="1097280"/>
            <a:ext cx="2103120" cy="21031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155448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OpenAPI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7316"/>
                </a:solidFill>
              </a:rPr>
              <a:t>Swagger UI · springdoc-openapi · @Operation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OpenAPI — Documentación que vive con el código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393192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 + Config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261872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springdoc-openapi --&gt;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&lt;groupId&gt;org.springdoc&lt;/groupId&gt;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&lt;artifactId&gt;springdoc-openapi-
  starter-webmvc-ui&lt;/artifactId&gt;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OpenApiConfig {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@Bean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OpenAPI customOpenAPI() {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OpenAPI()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.info(new Info()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.title("Tareas API")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.version("1.0.0"));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86868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914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Anotaciones en el Controlador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261872"/>
            <a:ext cx="1280160" cy="274320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893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35040" y="130759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Agrupa endpoints por módulo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1645920"/>
            <a:ext cx="1280160" cy="274320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673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@Operation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169164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Describe el endpoint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63440" y="2029968"/>
            <a:ext cx="1280160" cy="274320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20574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@ApiResponse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35040" y="207568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Documenta respuestas HTTP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63440" y="2414016"/>
            <a:ext cx="1280160" cy="274320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2441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@Parameter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35040" y="24597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Documenta parámetros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0" y="2926080"/>
            <a:ext cx="420624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2926080"/>
            <a:ext cx="54864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9160" y="2980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🌐  Accede a Swagger UI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09160" y="3246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http://localhost:9090/swagger-ui.html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09160" y="34930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Documentación interactiva · Sin herramientas extra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72000" y="4050792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41148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Siempre actualizada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663440" y="43891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Prueba en vivo los endpoints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663440" y="46634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</a:rPr>
              <a:t>✓  </a:t>
            </a:r>
            <a:r>
              <a:rPr lang="en-US" sz="1050" dirty="0">
                <a:solidFill>
                  <a:srgbClr val="334155"/>
                </a:solidFill>
              </a:rPr>
              <a:t>Generación automática desde el código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6217920" y="1097280"/>
            <a:ext cx="2103120" cy="21031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9731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155448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Gemini IA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7316"/>
                </a:solidFill>
              </a:rPr>
              <a:t>google.genai · GeminiService · Spring Bean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IA con Gemini — google.genai en Spring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141732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14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Request HTTP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709928" y="987552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892808" y="914400"/>
            <a:ext cx="14173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92808" y="914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TareaService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328416" y="987552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11296" y="914400"/>
            <a:ext cx="141732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11296" y="914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GeminiService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46904" y="987552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129784" y="914400"/>
            <a:ext cx="141732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9784" y="914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Gemini API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65392" y="987552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748272" y="914400"/>
            <a:ext cx="14173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48272" y="914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Respuesta IA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1572768"/>
            <a:ext cx="393192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GeminiService.java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" y="19659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GeminiService {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Client 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geminiClient;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ask(String prompt) {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geminiClient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.models.generateContent(
        "gemini-2.0-flash",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ContentMaker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.fromText(prompt),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null)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.text();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63440" y="1572768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754880" y="1627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Ventajas de esta integración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2029968"/>
            <a:ext cx="3931920" cy="493776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28032" y="20939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285232" y="206654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Spring DI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285232" y="22768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GeminiClient inyectado como @Bean — fácil de testear y mockear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54880" y="2596896"/>
            <a:ext cx="39319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28032" y="26609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285232" y="263347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Seguridad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285232" y="28437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API key via ENV · nunca en el código fuente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754880" y="3163824"/>
            <a:ext cx="3931920" cy="493776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28032" y="32278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285232" y="320040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Virtual Threads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285232" y="34107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spring.threads.virtual.enabled=true · máximo rendimiento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754880" y="3730752"/>
            <a:ext cx="39319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28032" y="3794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285232" y="376732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Reutilizable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285232" y="39776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Un servicio centralizado para todos los servicios de IA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754880" y="4297680"/>
            <a:ext cx="3931920" cy="493776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28032" y="43616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285232" y="433425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Auditable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285232" y="45445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Un solo punto de entrada → logs, métricas, control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0" y="8229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2926080" y="1737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2926080" y="2743200"/>
            <a:ext cx="58521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926080" y="2743200"/>
            <a:ext cx="4572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63240" y="27614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1.  Explorar la estructura del proyecto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0" y="3182112"/>
            <a:ext cx="58521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6080" y="3182112"/>
            <a:ext cx="4572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63240" y="32004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2.  Ver las capas: Entity → Repository → Service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3621024"/>
            <a:ext cx="58521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0" y="3621024"/>
            <a:ext cx="4572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63240" y="363931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3.  Configurar ENV y application.properties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926080" y="4059936"/>
            <a:ext cx="58521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26080" y="4059936"/>
            <a:ext cx="4572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63240" y="407822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4.  Ejecutar llamada a Gemini AI desde el servicio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26080" y="4498848"/>
            <a:ext cx="58521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26080" y="4498848"/>
            <a:ext cx="4572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63240" y="451713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5.  Abrir Swagger UI y probar los endpoints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97316">
              <a:alpha val="8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🇨🇴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97316"/>
                </a:solidFill>
              </a:rPr>
              <a:t>Java Moderno · Spring Boot · Gemini IA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3776" y="2286000"/>
            <a:ext cx="1298448" cy="914400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377440"/>
            <a:ext cx="530352" cy="5303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46888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93776" y="29443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B6D4"/>
                </a:solidFill>
              </a:rPr>
              <a:t>Spring Framework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865376" y="2286000"/>
            <a:ext cx="1298448" cy="91440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49424" y="2377440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864" y="246888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65376" y="29443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7316"/>
                </a:solidFill>
              </a:rPr>
              <a:t>Capas SOLID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236976" y="2286000"/>
            <a:ext cx="1298448" cy="9144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21024" y="2377440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464" y="246888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36976" y="29443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Config &amp; ENV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608576" y="2286000"/>
            <a:ext cx="1298448" cy="914400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92624" y="2377440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064" y="246888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608576" y="29443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Lambda API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5980176" y="2286000"/>
            <a:ext cx="1298448" cy="914400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64224" y="2377440"/>
            <a:ext cx="530352" cy="5303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246888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80176" y="29443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78BFA"/>
                </a:solidFill>
              </a:rPr>
              <a:t>OpenAPI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7351776" y="2286000"/>
            <a:ext cx="1298448" cy="914400"/>
          </a:xfrm>
          <a:prstGeom prst="rect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4500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735824" y="2377440"/>
            <a:ext cx="530352" cy="53035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7264" y="2468880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351776" y="29443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580C"/>
                </a:solidFill>
              </a:rPr>
              <a:t>Gemini IA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9"/>
                </a:solidFill>
              </a:rPr>
              <a:t>¿Preguntas?</a:t>
            </a:r>
            <a:endParaRPr lang="en-US" sz="2600" dirty="0"/>
          </a:p>
        </p:txBody>
      </p:sp>
      <p:sp>
        <p:nvSpPr>
          <p:cNvPr id="33" name="Text 25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Repositorio en GitHub  ·  @JavaColombia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Microsoft Office PowerPoint</Application>
  <PresentationFormat>Presentación en pantalla (16:9)</PresentationFormat>
  <Paragraphs>295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Moderno + IA con Gemini</dc:title>
  <dc:subject>PptxGenJS Presentation</dc:subject>
  <dc:creator>Java Speaker Colombia</dc:creator>
  <cp:lastModifiedBy>Ricardo Cantillo</cp:lastModifiedBy>
  <cp:revision>1</cp:revision>
  <dcterms:created xsi:type="dcterms:W3CDTF">2026-03-08T15:43:21Z</dcterms:created>
  <dcterms:modified xsi:type="dcterms:W3CDTF">2026-03-08T15:54:43Z</dcterms:modified>
</cp:coreProperties>
</file>